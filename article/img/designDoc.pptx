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D53D-3036-F71E-4083-C516A13B7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07CCED-08D6-C2F6-ADDF-4D57349AD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E34B5-A3E9-6609-7A00-2E81C55A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BB35-572B-4E3C-9FF2-7E2F2CB13D3C}" type="datetimeFigureOut">
              <a:rPr lang="en-SG" smtClean="0"/>
              <a:t>2/8/2026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E2B2-6BC1-F536-69EF-C47AB44B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221E8-C1B1-F3FA-CF2D-C5BA95A6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C640-2881-40CF-8B8D-606E9455A4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6120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A4DD-475A-F1F2-5C8E-DD9C9E308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53A93-D71C-F200-8794-2ED742BB8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D8856-AF62-6A91-E821-12330CAE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BB35-572B-4E3C-9FF2-7E2F2CB13D3C}" type="datetimeFigureOut">
              <a:rPr lang="en-SG" smtClean="0"/>
              <a:t>2/8/2026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EAB68-7BAC-DC3E-5CDA-47EABCA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1F370-EF87-2F88-EF99-AC6DA7FBE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C640-2881-40CF-8B8D-606E9455A4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558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DA93-2F32-90A8-8924-3A0EEDD48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478A9-42A6-B05F-3A52-0381C839E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01E1F-83E1-800D-0B06-D5A2C6AC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BB35-572B-4E3C-9FF2-7E2F2CB13D3C}" type="datetimeFigureOut">
              <a:rPr lang="en-SG" smtClean="0"/>
              <a:t>2/8/2026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AC598-6197-8C08-B6CE-B291666F0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AC143-61A4-C0EB-8278-EE6EF9998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C640-2881-40CF-8B8D-606E9455A4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4353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2D761-E801-D264-163A-AB24D18E0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EE267-9F4F-6263-BF1C-B3E77EF0B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5C616-A466-CC56-6FFC-01254E160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0EBA9-AE74-3C82-7110-34AFCCB7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BB35-572B-4E3C-9FF2-7E2F2CB13D3C}" type="datetimeFigureOut">
              <a:rPr lang="en-SG" smtClean="0"/>
              <a:t>2/8/2026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5F8B1-6B48-AD9F-917B-B341180FE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2A8A4-2F0D-060C-AB28-7FC5B6A6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C640-2881-40CF-8B8D-606E9455A4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3990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26044-86BC-4280-B9C0-01D0B187A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F1AE2-2CC5-E8D1-2868-8D29C1681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C87D8-DDFB-D899-FB34-B87681E75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CF3F26-9F9B-75AB-0E6C-9122C9071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82200-A2F6-9BD1-2127-58C861BCEE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6A0C53-1EEB-3F44-741E-8785A9D19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BB35-572B-4E3C-9FF2-7E2F2CB13D3C}" type="datetimeFigureOut">
              <a:rPr lang="en-SG" smtClean="0"/>
              <a:t>2/8/2026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71B0E4-21E4-0F2E-D732-C5A4D67F4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59E5F0-46D2-0622-6447-6F7B1DA8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C640-2881-40CF-8B8D-606E9455A4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3818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97122-3E19-0470-A973-D66CC97A0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9E4B02-0912-8E7C-C671-A1E65725D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BB35-572B-4E3C-9FF2-7E2F2CB13D3C}" type="datetimeFigureOut">
              <a:rPr lang="en-SG" smtClean="0"/>
              <a:t>2/8/2026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648809-9F15-E093-31CA-00FD9F31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1C7DB-4F5C-44BA-DFCD-2E519D50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C640-2881-40CF-8B8D-606E9455A4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7600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FFD199-E3AE-B10E-DB08-6C7F35C14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BB35-572B-4E3C-9FF2-7E2F2CB13D3C}" type="datetimeFigureOut">
              <a:rPr lang="en-SG" smtClean="0"/>
              <a:t>2/8/2026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659961-E95D-AEBB-B3C6-1AB360B1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229A1-CFA5-F490-FF58-581C6A1A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C640-2881-40CF-8B8D-606E9455A4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6186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8080-BF41-3ED1-A4E7-D90D9F556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A47DF-1058-C750-C23D-7768B4BDC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A667A-D0A1-4533-CD91-97EE29607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59FB3-49E9-4B88-E0ED-5420BAA7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BB35-572B-4E3C-9FF2-7E2F2CB13D3C}" type="datetimeFigureOut">
              <a:rPr lang="en-SG" smtClean="0"/>
              <a:t>2/8/2026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34FF4-2D44-492A-0CB9-5BCAC58D0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A9128-E113-02B9-A6CA-48FEBDDEA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C640-2881-40CF-8B8D-606E9455A4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876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58DC7-F3E4-7D37-7D2E-3C2AED72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D5EB5-6852-A606-D37F-9D6003361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04351-03E3-ED97-CC77-3271372C7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60323-44CB-2F25-EA2C-B839FAF8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BB35-572B-4E3C-9FF2-7E2F2CB13D3C}" type="datetimeFigureOut">
              <a:rPr lang="en-SG" smtClean="0"/>
              <a:t>2/8/2026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BBFBD-3F16-ED13-3AD3-A37AD7725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68B74-BC7B-69A5-450B-B160CDD4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C640-2881-40CF-8B8D-606E9455A4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098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DCA3-FDC7-40EF-1F93-84A2D6DE5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68DFF-E022-45CD-9956-C54C5B3E6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4B4E5-4F58-115C-F314-C45D8A6A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BB35-572B-4E3C-9FF2-7E2F2CB13D3C}" type="datetimeFigureOut">
              <a:rPr lang="en-SG" smtClean="0"/>
              <a:t>2/8/2026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0ED6D-05C8-9461-1CFA-6F445C554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28B7A-888A-3D5E-83C4-8F6E170E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C640-2881-40CF-8B8D-606E9455A4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40121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4F29BE-0CFF-9AD0-3E8F-76AD664588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F8724B-D39D-3B5F-6462-C56268425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B86B7-D461-B950-BD72-7BCF88683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BB35-572B-4E3C-9FF2-7E2F2CB13D3C}" type="datetimeFigureOut">
              <a:rPr lang="en-SG" smtClean="0"/>
              <a:t>2/8/2026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24FB8-E853-93BF-E8EE-69702E406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2D424-CDE2-9122-9838-4B4023BD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0C640-2881-40CF-8B8D-606E9455A4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1404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1512C1-2666-7283-6A68-6789ADE47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2FF91-B43F-E2F6-D884-5E5A65B63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CB7F6-7988-F03A-717A-552AA150A4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1BB35-572B-4E3C-9FF2-7E2F2CB13D3C}" type="datetimeFigureOut">
              <a:rPr lang="en-SG" smtClean="0"/>
              <a:t>2/8/2026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71991-4454-539B-53DE-F93921068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D4B59-2C45-5505-8217-332320125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0C640-2881-40CF-8B8D-606E9455A4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7384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65C2E5-C5CD-423A-B5D2-B4F158161EFB}"/>
              </a:ext>
            </a:extLst>
          </p:cNvPr>
          <p:cNvSpPr/>
          <p:nvPr/>
        </p:nvSpPr>
        <p:spPr>
          <a:xfrm>
            <a:off x="521208" y="484632"/>
            <a:ext cx="11149584" cy="5943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261931-5ED5-E93B-17D0-F111F8A08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56" y="1404994"/>
            <a:ext cx="5852560" cy="4718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C02CED-6040-FFEE-B0B8-49A04BB6B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305" y="1404993"/>
            <a:ext cx="4780039" cy="4718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E99EFF-E2FC-583C-8663-D281DFDA7C7F}"/>
              </a:ext>
            </a:extLst>
          </p:cNvPr>
          <p:cNvSpPr txBox="1"/>
          <p:nvPr/>
        </p:nvSpPr>
        <p:spPr>
          <a:xfrm>
            <a:off x="735656" y="661523"/>
            <a:ext cx="10720688" cy="46166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How Fully Automated AI Agent Dominated Cyber Security CTF Competition</a:t>
            </a:r>
            <a:endParaRPr lang="en-SG" sz="24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3E9A9D-F591-F207-9F28-BB4312E80B54}"/>
              </a:ext>
            </a:extLst>
          </p:cNvPr>
          <p:cNvSpPr/>
          <p:nvPr/>
        </p:nvSpPr>
        <p:spPr>
          <a:xfrm>
            <a:off x="4791456" y="5522976"/>
            <a:ext cx="539496" cy="448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3938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A41A4E-E740-602D-D0DB-059F66597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110" y="1210056"/>
            <a:ext cx="3175302" cy="15876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3F1BC9-8126-E98C-31BE-35E718E3C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290" y="3189851"/>
            <a:ext cx="3105198" cy="15525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46B4D0-D347-EB74-ABD5-59F95D832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214" y="3189851"/>
            <a:ext cx="3105198" cy="15525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9827DF-86B6-4093-CDA0-3C1FA8D318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290" y="1210056"/>
            <a:ext cx="3175302" cy="158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09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10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2</cp:revision>
  <dcterms:created xsi:type="dcterms:W3CDTF">2026-08-02T08:53:53Z</dcterms:created>
  <dcterms:modified xsi:type="dcterms:W3CDTF">2026-08-02T10:15:42Z</dcterms:modified>
</cp:coreProperties>
</file>